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1" r:id="rId2"/>
    <p:sldId id="257" r:id="rId3"/>
    <p:sldId id="268" r:id="rId4"/>
    <p:sldId id="269" r:id="rId5"/>
    <p:sldId id="260" r:id="rId6"/>
    <p:sldId id="262" r:id="rId7"/>
    <p:sldId id="270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pos="63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878"/>
  </p:normalViewPr>
  <p:slideViewPr>
    <p:cSldViewPr snapToGrid="0" snapToObjects="1">
      <p:cViewPr varScale="1">
        <p:scale>
          <a:sx n="77" d="100"/>
          <a:sy n="77" d="100"/>
        </p:scale>
        <p:origin x="883" y="62"/>
      </p:cViewPr>
      <p:guideLst>
        <p:guide orient="horz" pos="3067"/>
        <p:guide pos="6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18" Type="http://schemas.openxmlformats.org/officeDocument/2006/relationships/image" Target="../media/image18.jpeg"/><Relationship Id="rId26" Type="http://schemas.openxmlformats.org/officeDocument/2006/relationships/image" Target="../media/image26.png"/><Relationship Id="rId3" Type="http://schemas.openxmlformats.org/officeDocument/2006/relationships/image" Target="../media/image3.jpe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5" Type="http://schemas.openxmlformats.org/officeDocument/2006/relationships/image" Target="../media/image25.jpeg"/><Relationship Id="rId2" Type="http://schemas.openxmlformats.org/officeDocument/2006/relationships/image" Target="../media/image2.png"/><Relationship Id="rId16" Type="http://schemas.openxmlformats.org/officeDocument/2006/relationships/image" Target="../media/image16.jpe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23" Type="http://schemas.openxmlformats.org/officeDocument/2006/relationships/image" Target="../media/image23.jpeg"/><Relationship Id="rId10" Type="http://schemas.openxmlformats.org/officeDocument/2006/relationships/image" Target="../media/image10.jpeg"/><Relationship Id="rId19" Type="http://schemas.openxmlformats.org/officeDocument/2006/relationships/image" Target="../media/image19.jpe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jpeg"/><Relationship Id="rId27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12" Type="http://schemas.openxmlformats.org/officeDocument/2006/relationships/image" Target="../media/image38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openxmlformats.org/officeDocument/2006/relationships/image" Target="../media/image37.jpe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3B42FF-5C98-3B54-5D6D-397AC5ACC92B}"/>
              </a:ext>
            </a:extLst>
          </p:cNvPr>
          <p:cNvSpPr/>
          <p:nvPr/>
        </p:nvSpPr>
        <p:spPr>
          <a:xfrm>
            <a:off x="2544417" y="2643809"/>
            <a:ext cx="8150087" cy="220648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LAPS N TABS TECNOLOGY PRIVATE LIMITED</a:t>
            </a:r>
            <a:endParaRPr lang="en-IN" sz="28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702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AFE43B-639E-E94D-A4D2-4AB925298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40" t="28188" r="3704" b="28696"/>
          <a:stretch/>
        </p:blipFill>
        <p:spPr>
          <a:xfrm>
            <a:off x="1805050" y="914399"/>
            <a:ext cx="8745464" cy="4286992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24B01AD-7A42-5646-BBB1-0F0BC9E83C86}"/>
              </a:ext>
            </a:extLst>
          </p:cNvPr>
          <p:cNvSpPr txBox="1">
            <a:spLocks/>
          </p:cNvSpPr>
          <p:nvPr/>
        </p:nvSpPr>
        <p:spPr>
          <a:xfrm>
            <a:off x="1759237" y="3906266"/>
            <a:ext cx="8673427" cy="13225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Proud Indian homegrown brand in the IT Industry</a:t>
            </a:r>
          </a:p>
        </p:txBody>
      </p:sp>
    </p:spTree>
    <p:extLst>
      <p:ext uri="{BB962C8B-B14F-4D97-AF65-F5344CB8AC3E}">
        <p14:creationId xmlns:p14="http://schemas.microsoft.com/office/powerpoint/2010/main" val="1381322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7940F-285D-F34D-ABDA-0EB6D26D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123F1-B9F0-D94B-B543-D2761424D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8447" y="1634861"/>
            <a:ext cx="6269591" cy="19997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Desktop computers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All in ones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Monitors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Workstations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Keyboard &amp; Mouse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Toner cartridges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CCTV Camera &amp; Accessories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030978" y="4479037"/>
            <a:ext cx="6090909" cy="1285659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00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7940F-285D-F34D-ABDA-0EB6D26D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Products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289CB-C40D-2A4E-A670-1898DE683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8447" y="1805104"/>
            <a:ext cx="6272022" cy="138073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Security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CCTV cameras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Cables – CAT6, 3+1 CCTV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SMPS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Accessories – POE switch, BNC connector, DC pin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07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C539-6A0C-FB4F-99C7-99FD3796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We are serving </a:t>
            </a:r>
            <a:r>
              <a:rPr lang="en-US" sz="2400" b="1" dirty="0"/>
              <a:t>all major Central &amp; State Govt. departments</a:t>
            </a:r>
            <a:r>
              <a:rPr lang="en-US" sz="2400" dirty="0"/>
              <a:t> across 100 cities in India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B6C6580-9F44-1544-875B-F20512308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016" y="1745526"/>
            <a:ext cx="950704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89448EA-02F3-B444-9E8B-AC31F2644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465" y="3299786"/>
            <a:ext cx="52810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A97E60D-5920-9345-9277-988D70B59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465" y="2554483"/>
            <a:ext cx="507692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7E2AC1C-C4B3-F54E-85F6-8857B5AFC4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2" b="12346"/>
          <a:stretch/>
        </p:blipFill>
        <p:spPr bwMode="auto">
          <a:xfrm>
            <a:off x="8537461" y="1912073"/>
            <a:ext cx="799342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EE28109-7D63-5442-8BEA-A8181B1A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743" y="3360200"/>
            <a:ext cx="766451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505BF9B-9C6F-8644-8F0F-AE75096ED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391" y="4070184"/>
            <a:ext cx="54246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7051FFC0-BA0B-EB45-A7F8-267FA0BE5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113" y="3186903"/>
            <a:ext cx="72111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87E3FEC8-67C0-AE48-9AD8-2E4CD20DB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758" y="3939802"/>
            <a:ext cx="76595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3CC321A4-F5DB-1A4C-A736-381FA8E52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948" y="2523513"/>
            <a:ext cx="42944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9EB69EF6-4FAB-E945-92C1-F401C3B24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688" y="2370740"/>
            <a:ext cx="45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408D3FF6-0099-9F47-AF04-174C99C07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832" y="3661915"/>
            <a:ext cx="160886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9D6E381E-9630-864C-ABC2-E6D9F3C9F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210" y="1838501"/>
            <a:ext cx="4886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ECA381BA-AA87-614B-8322-B28A1E093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517" y="3061624"/>
            <a:ext cx="390362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BD07FAD9-3DDF-C44E-992A-24F77B779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301" y="4226784"/>
            <a:ext cx="91384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1E9EE2B8-D72F-A54C-874D-ED9BE3C7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123" y="2627503"/>
            <a:ext cx="866441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78881C2F-A7CB-0F4D-B9BF-A64DAD488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476" y="3017105"/>
            <a:ext cx="1061695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9FE9328C-5C02-AE49-A394-B4ED9FBAB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476" y="2355923"/>
            <a:ext cx="12825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E186CECE-2321-E94B-84C3-565836A3D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875" y="1784248"/>
            <a:ext cx="1956623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>
            <a:extLst>
              <a:ext uri="{FF2B5EF4-FFF2-40B4-BE49-F238E27FC236}">
                <a16:creationId xmlns:a16="http://schemas.microsoft.com/office/drawing/2014/main" id="{0EBA96EC-22ED-244B-8BD6-5418E3F92296}"/>
              </a:ext>
            </a:extLst>
          </p:cNvPr>
          <p:cNvPicPr>
            <a:picLocks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421" y="4218495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475218EA-FD85-E341-9388-182E3EBDB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651" y="3401596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Indian Railways Logo | Indian railways, Indian railway train, Railway jobs">
            <a:extLst>
              <a:ext uri="{FF2B5EF4-FFF2-40B4-BE49-F238E27FC236}">
                <a16:creationId xmlns:a16="http://schemas.microsoft.com/office/drawing/2014/main" id="{B02F3DDD-0BBC-F14F-A4C7-493F6C6C6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587" y="4265896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Department of Atomic Energy - Wikipedia">
            <a:extLst>
              <a:ext uri="{FF2B5EF4-FFF2-40B4-BE49-F238E27FC236}">
                <a16:creationId xmlns:a16="http://schemas.microsoft.com/office/drawing/2014/main" id="{6361C3EC-2BAA-5E41-8F79-2DF3B78D6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366" y="1983513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Defence Research and Development Organisation - Wikipedia">
            <a:extLst>
              <a:ext uri="{FF2B5EF4-FFF2-40B4-BE49-F238E27FC236}">
                <a16:creationId xmlns:a16="http://schemas.microsoft.com/office/drawing/2014/main" id="{30A12322-45F3-2742-9D09-09413D16F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225" y="272898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 descr="Hindustan Aeronautics Limited Logo PNG Vector (CDR) Free Download">
            <a:extLst>
              <a:ext uri="{FF2B5EF4-FFF2-40B4-BE49-F238E27FC236}">
                <a16:creationId xmlns:a16="http://schemas.microsoft.com/office/drawing/2014/main" id="{6B322AA7-1A7B-F54C-B688-5467A93DE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4565" y="3131596"/>
            <a:ext cx="1421053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Delhi Metro logo was designed in-house: Official - DMA News">
            <a:extLst>
              <a:ext uri="{FF2B5EF4-FFF2-40B4-BE49-F238E27FC236}">
                <a16:creationId xmlns:a16="http://schemas.microsoft.com/office/drawing/2014/main" id="{10D6D9EE-0AC0-1440-B78E-0D4B9CDCFC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8" t="15334" r="5728" b="14710"/>
          <a:stretch/>
        </p:blipFill>
        <p:spPr bwMode="auto">
          <a:xfrm>
            <a:off x="9606609" y="4037371"/>
            <a:ext cx="136693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D7E427-EDF0-134F-BD23-4F3E69F75B19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1993" r="4979"/>
          <a:stretch/>
        </p:blipFill>
        <p:spPr>
          <a:xfrm>
            <a:off x="10147595" y="2370125"/>
            <a:ext cx="1932482" cy="540000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2DAF9490-625E-E740-AB25-E92FE1D2E6FC}"/>
              </a:ext>
            </a:extLst>
          </p:cNvPr>
          <p:cNvSpPr txBox="1">
            <a:spLocks/>
          </p:cNvSpPr>
          <p:nvPr/>
        </p:nvSpPr>
        <p:spPr>
          <a:xfrm>
            <a:off x="855290" y="690601"/>
            <a:ext cx="3501196" cy="245644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CUSTOMERS</a:t>
            </a:r>
          </a:p>
        </p:txBody>
      </p:sp>
    </p:spTree>
    <p:extLst>
      <p:ext uri="{BB962C8B-B14F-4D97-AF65-F5344CB8AC3E}">
        <p14:creationId xmlns:p14="http://schemas.microsoft.com/office/powerpoint/2010/main" val="109058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DCF7-51D4-AA4A-9BB7-80DA83AA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888" y="148711"/>
            <a:ext cx="5490224" cy="1689390"/>
          </a:xfrm>
        </p:spPr>
        <p:txBody>
          <a:bodyPr/>
          <a:lstStyle/>
          <a:p>
            <a:r>
              <a:rPr lang="en-US" dirty="0"/>
              <a:t>Certifications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29D99-496D-8C4E-9F1A-C22FD5FA8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0888" y="2301388"/>
            <a:ext cx="5490223" cy="2649868"/>
          </a:xfrm>
        </p:spPr>
        <p:txBody>
          <a:bodyPr>
            <a:normAutofit/>
          </a:bodyPr>
          <a:lstStyle/>
          <a:p>
            <a:pPr marL="342900" indent="-342900" algn="l">
              <a:buClr>
                <a:srgbClr val="00B050"/>
              </a:buClr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rgbClr val="00B050"/>
              </a:buClr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Only Indian OEM brand recognized on the Intel website</a:t>
            </a:r>
          </a:p>
          <a:p>
            <a:pPr marL="342900" indent="-342900" algn="l">
              <a:buClr>
                <a:srgbClr val="00B050"/>
              </a:buClr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We have all the necessary environment, quality and business certifications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CBFA94-E19E-5D4E-B228-9A1E6102D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748" y="3947684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8891CD4-F094-9249-985A-74FA59721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844" y="5349268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2F1FB72-79A9-C640-BD36-F2377FB29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682" y="5463572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2FC64F3-6DF0-7344-B181-96423B0E0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657" y="5506314"/>
            <a:ext cx="1062891" cy="106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3509BF7-29C9-AE4B-A1C6-2E7DB0AE9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45" y="5463572"/>
            <a:ext cx="163093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C6C149ED-16B7-3841-B116-759349D98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250" y="523150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82CE1303-7701-0E46-8F41-0C00A95B1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737" y="376948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C331F273-0AE9-2F45-9BF5-6A2FC7650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250" y="247492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014E0F1F-DC58-9F46-B232-611C03814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749" y="1221388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sme-logo - La Moda Institute of Creative Arts">
            <a:extLst>
              <a:ext uri="{FF2B5EF4-FFF2-40B4-BE49-F238E27FC236}">
                <a16:creationId xmlns:a16="http://schemas.microsoft.com/office/drawing/2014/main" id="{38A59978-B784-0441-AD96-7A055F20D2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" t="6875" r="7119" b="7862"/>
          <a:stretch/>
        </p:blipFill>
        <p:spPr bwMode="auto">
          <a:xfrm>
            <a:off x="1785711" y="2562294"/>
            <a:ext cx="143407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ZED | Zero Defect Zero Effect">
            <a:extLst>
              <a:ext uri="{FF2B5EF4-FFF2-40B4-BE49-F238E27FC236}">
                <a16:creationId xmlns:a16="http://schemas.microsoft.com/office/drawing/2014/main" id="{0042F045-ACFE-D541-AE5B-A6E5FD83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9099" y="115190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05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DCF7-51D4-AA4A-9BB7-80DA83AA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888" y="148711"/>
            <a:ext cx="5490224" cy="1689390"/>
          </a:xfrm>
        </p:spPr>
        <p:txBody>
          <a:bodyPr/>
          <a:lstStyle/>
          <a:p>
            <a:r>
              <a:rPr lang="en-US" dirty="0"/>
              <a:t>Sales &amp; Support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29D99-496D-8C4E-9F1A-C22FD5FA8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0888" y="2301388"/>
            <a:ext cx="5490223" cy="2649868"/>
          </a:xfrm>
        </p:spPr>
        <p:txBody>
          <a:bodyPr>
            <a:normAutofit/>
          </a:bodyPr>
          <a:lstStyle/>
          <a:p>
            <a:pPr marL="342900" indent="-342900" algn="l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All our products are registered on </a:t>
            </a:r>
            <a:r>
              <a:rPr lang="en-US" sz="2000" dirty="0" err="1">
                <a:solidFill>
                  <a:schemeClr val="bg1"/>
                </a:solidFill>
              </a:rPr>
              <a:t>GeM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 algn="l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We have a robust sales &amp; service support system Pan India in more than 100 cities  </a:t>
            </a:r>
          </a:p>
          <a:p>
            <a:pPr marL="342900" indent="-342900" algn="l"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Dedicated Toll free number for hassle free service experience </a:t>
            </a:r>
          </a:p>
        </p:txBody>
      </p:sp>
    </p:spTree>
    <p:extLst>
      <p:ext uri="{BB962C8B-B14F-4D97-AF65-F5344CB8AC3E}">
        <p14:creationId xmlns:p14="http://schemas.microsoft.com/office/powerpoint/2010/main" val="4080056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C6B6-0238-AC40-930E-A74C9586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Promising IT Brand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1101A7-AC67-7D48-B1B2-3FA28C0AF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8100" y="1333500"/>
            <a:ext cx="6281738" cy="4187825"/>
          </a:xfrm>
        </p:spPr>
      </p:pic>
      <p:sp>
        <p:nvSpPr>
          <p:cNvPr id="4" name="AutoShape 2" descr="May be an image of 1 person, standing and text that says 'GING SOLUTION GING SOLUTION IMAGING SOLUTION GING SOLUTION IMAGING SOLUTION ACXXEL GING SOLUTION IMAGING SOLUTION ACXXEL GING SOLUTION IMAGING SOLUTION Achiever Concla IMAGING SOLUTION'">
            <a:extLst>
              <a:ext uri="{FF2B5EF4-FFF2-40B4-BE49-F238E27FC236}">
                <a16:creationId xmlns:a16="http://schemas.microsoft.com/office/drawing/2014/main" id="{3C328938-B32E-AF40-935A-EB74402DE4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7B9F9F-9B84-354A-8C7B-FADDC1271220}"/>
              </a:ext>
            </a:extLst>
          </p:cNvPr>
          <p:cNvSpPr txBox="1">
            <a:spLocks/>
          </p:cNvSpPr>
          <p:nvPr/>
        </p:nvSpPr>
        <p:spPr>
          <a:xfrm>
            <a:off x="766576" y="1514475"/>
            <a:ext cx="3805422" cy="87831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Recognition &amp; Reward</a:t>
            </a:r>
          </a:p>
        </p:txBody>
      </p:sp>
    </p:spTree>
    <p:extLst>
      <p:ext uri="{BB962C8B-B14F-4D97-AF65-F5344CB8AC3E}">
        <p14:creationId xmlns:p14="http://schemas.microsoft.com/office/powerpoint/2010/main" val="416071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25D9D-C604-EE43-97AC-89CA630302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7701A-485F-0348-8E50-6363B5E3A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0687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262</TotalTime>
  <Words>137</Words>
  <Application>Microsoft Office PowerPoint</Application>
  <PresentationFormat>Widescreen</PresentationFormat>
  <Paragraphs>30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 Light</vt:lpstr>
      <vt:lpstr>Rockwell</vt:lpstr>
      <vt:lpstr>Wingdings</vt:lpstr>
      <vt:lpstr>Atlas</vt:lpstr>
      <vt:lpstr>PowerPoint Presentation</vt:lpstr>
      <vt:lpstr>PowerPoint Presentation</vt:lpstr>
      <vt:lpstr> Products</vt:lpstr>
      <vt:lpstr>Our Products</vt:lpstr>
      <vt:lpstr>We are serving all major Central &amp; State Govt. departments across 100 cities in India</vt:lpstr>
      <vt:lpstr>Certifications</vt:lpstr>
      <vt:lpstr>Sales &amp; Support</vt:lpstr>
      <vt:lpstr>Most Promising IT Brand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 Rastogi</dc:creator>
  <cp:lastModifiedBy>Devesh Rastogi</cp:lastModifiedBy>
  <cp:revision>28</cp:revision>
  <dcterms:created xsi:type="dcterms:W3CDTF">2001-02-17T22:37:48Z</dcterms:created>
  <dcterms:modified xsi:type="dcterms:W3CDTF">2024-05-12T07:35:59Z</dcterms:modified>
</cp:coreProperties>
</file>